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73E"/>
                </a:solidFill>
              </a:rPr>
              <a:t>AFFILIATE PROMO RECOMMENDATION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with Yandex Kazakhstan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Yandex Plus бонусные баллы — Подписчики Plus ценят накопление баллов больше разового кэшбэка.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6400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754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Partner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Yandex Kazakhstan (score 7.70/10)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Promo mechanic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Yandex Plus бонусные баллы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Target SKUs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RB37A5200WW, RM90F671CWWT, WW80AKAS22AELT, WD18DB8999BZLD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Retailers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Sulpak, Mechta, Technodom, Evrika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Kaspi.kz decision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Phase 2 — Основной бюджет уже покрывает только 14% ожидаемого спроса — добавлять...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Confidence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Low — Бюджет покрывает только 14% ожидаемого спроса — ключевые мет...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223760" y="21945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973E"/>
                </a:solidFill>
              </a:rPr>
              <a:t>WHY THIS PARTNER — score vs other 3</a:t>
            </a:r>
            <a:endParaRPr lang="en-US" sz="10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2514600"/>
          <a:ext cx="44805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Partner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Score /10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Yandex Kazakhstan ★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7.70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Magnum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7.65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Arbuz.kz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6.90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Wolt Kazakhstan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5.70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4846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73E"/>
                </a:solidFill>
              </a:rPr>
              <a:t>TOP RISKS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51663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Bonus-бюджет покрывает 14% ожидаемого спроса — часть регистраций не будет профинансирована без лимита сертификатов или доп. бюджета.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Разрыв в score между топ-2 партнёрами меньше 0.3 — выбор партнёра чувствителен к изменению весов критериев.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Kaspi.kz исключён из текущего запуска (Phase 2) — потенциальный доп. прирост 518 шт не реализуется в этой волне.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73E"/>
                </a:solidFill>
              </a:rPr>
              <a:t>BUSINESS CASE &amp; GROWTH POTENTIAL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559"/>
                </a:solidFill>
              </a:rPr>
              <a:t>Investment, Registrations &amp; Cost Efficiency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Total Campaign Investment (Samsung Net)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9 000 000 ₸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Consumer Benefit Budget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5 000 000 ₸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Expected Registrations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1 725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Registration Rate (assumption)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Sales Uplift (assumption)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15%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Incremental Units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750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Cost per Registration (Funded)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37 286 ₸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Cost per Incremental Unit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12 000 ₸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Budget Coverage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14.0%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Kaspi Net Incremental Potential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518 units (Phase 2)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2026-08-21T00:16:17Z</dcterms:created>
  <dcterms:modified xsi:type="dcterms:W3CDTF">2026-08-21T00:16:17Z</dcterms:modified>
</cp:coreProperties>
</file>